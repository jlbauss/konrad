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Who to call for what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486581"/>
                </a:solidFill>
              </a:rPr>
              <a:t>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