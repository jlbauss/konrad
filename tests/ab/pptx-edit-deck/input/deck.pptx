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800"/>
              <a:t>Alpha active users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Active users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820</c:v>
                </c:pt>
                <c:pt idx="1">
                  <c:v>1210</c:v>
                </c:pt>
                <c:pt idx="2">
                  <c:v>1500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Alpha intro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Adoption grew every quarter since Alpha launched.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Alpha team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Alpha Product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Where Alpha stands</a:t>
            </a:r>
          </a:p>
          <a:p>
            <a:r>
              <a:t>Adoption</a:t>
            </a:r>
          </a:p>
          <a:p>
            <a:r>
              <a:t>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 adoption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91440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Old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Beta in Q1</a:t>
            </a:r>
          </a:p>
          <a:p>
            <a:r>
              <a:t>Mobile app in Q2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Alpha is on track</a:t>
            </a:r>
          </a:p>
          <a:p>
            <a:r>
              <a:t>Hiring two engineers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36576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2286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Ask the Alpha team: team@example.com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